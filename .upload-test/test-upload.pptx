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<p:sldIdLst><p:sldId id="256" r:id="rId1"/></p:sldIdLst>
</p:presentation>
</file>