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1" r:id="rId1"/>
  </p:sldMasterIdLst>
  <p:sldIdLst>
    <p:sldId id="2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presentationml/2006/relationships/slideMaster" Target="slideMasters/slideMaster1.xml"/>
  <Relationship Id="rId2" Type="http://schemas.openxmlformats.org/presentationml/2006/relationships/slide" Target="slides/slide1.xml"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slide1.xml><?xml version="1.0" encoding="utf-8"?>
<p:sld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>
</file>